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9A6BC-3BB3-4E58-9C48-E61CC813601E}" v="8" dt="2026-05-14T19:23:02.35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'y v" userId="4f423bd08e6878be" providerId="LiveId" clId="{4ECA973F-1DBF-40DA-B9BB-731014A9BF8D}"/>
    <pc:docChg chg="undo custSel modSld">
      <pc:chgData name="c'y v" userId="4f423bd08e6878be" providerId="LiveId" clId="{4ECA973F-1DBF-40DA-B9BB-731014A9BF8D}" dt="2026-05-14T19:23:01.946" v="19" actId="1076"/>
      <pc:docMkLst>
        <pc:docMk/>
      </pc:docMkLst>
      <pc:sldChg chg="modSp mod">
        <pc:chgData name="c'y v" userId="4f423bd08e6878be" providerId="LiveId" clId="{4ECA973F-1DBF-40DA-B9BB-731014A9BF8D}" dt="2026-05-14T18:29:15.907" v="6"/>
        <pc:sldMkLst>
          <pc:docMk/>
          <pc:sldMk cId="0" sldId="256"/>
        </pc:sldMkLst>
        <pc:spChg chg="mod">
          <ac:chgData name="c'y v" userId="4f423bd08e6878be" providerId="LiveId" clId="{4ECA973F-1DBF-40DA-B9BB-731014A9BF8D}" dt="2026-05-14T18:29:08.749" v="5" actId="14100"/>
          <ac:spMkLst>
            <pc:docMk/>
            <pc:sldMk cId="0" sldId="256"/>
            <ac:spMk id="143" creationId="{00000000-0000-0000-0000-000000000000}"/>
          </ac:spMkLst>
        </pc:spChg>
        <pc:spChg chg="mod">
          <ac:chgData name="c'y v" userId="4f423bd08e6878be" providerId="LiveId" clId="{4ECA973F-1DBF-40DA-B9BB-731014A9BF8D}" dt="2026-05-14T18:29:15.907" v="6"/>
          <ac:spMkLst>
            <pc:docMk/>
            <pc:sldMk cId="0" sldId="256"/>
            <ac:spMk id="144" creationId="{00000000-0000-0000-0000-000000000000}"/>
          </ac:spMkLst>
        </pc:spChg>
      </pc:sldChg>
      <pc:sldChg chg="addSp modSp mod">
        <pc:chgData name="c'y v" userId="4f423bd08e6878be" providerId="LiveId" clId="{4ECA973F-1DBF-40DA-B9BB-731014A9BF8D}" dt="2026-05-14T19:23:01.946" v="19" actId="1076"/>
        <pc:sldMkLst>
          <pc:docMk/>
          <pc:sldMk cId="0" sldId="257"/>
        </pc:sldMkLst>
        <pc:spChg chg="add mod">
          <ac:chgData name="c'y v" userId="4f423bd08e6878be" providerId="LiveId" clId="{4ECA973F-1DBF-40DA-B9BB-731014A9BF8D}" dt="2026-05-14T18:31:18.200" v="10"/>
          <ac:spMkLst>
            <pc:docMk/>
            <pc:sldMk cId="0" sldId="257"/>
            <ac:spMk id="2" creationId="{1F0F3EBE-3ADC-78A7-3B7D-2638CFBEF7AC}"/>
          </ac:spMkLst>
        </pc:spChg>
        <pc:spChg chg="add mod">
          <ac:chgData name="c'y v" userId="4f423bd08e6878be" providerId="LiveId" clId="{4ECA973F-1DBF-40DA-B9BB-731014A9BF8D}" dt="2026-05-14T18:31:18.200" v="10"/>
          <ac:spMkLst>
            <pc:docMk/>
            <pc:sldMk cId="0" sldId="257"/>
            <ac:spMk id="3" creationId="{76ACEF49-D0C7-3940-EC7C-54C12B776576}"/>
          </ac:spMkLst>
        </pc:spChg>
        <pc:spChg chg="mod">
          <ac:chgData name="c'y v" userId="4f423bd08e6878be" providerId="LiveId" clId="{4ECA973F-1DBF-40DA-B9BB-731014A9BF8D}" dt="2026-05-14T18:31:06.272" v="7"/>
          <ac:spMkLst>
            <pc:docMk/>
            <pc:sldMk cId="0" sldId="257"/>
            <ac:spMk id="146" creationId="{00000000-0000-0000-0000-000000000000}"/>
          </ac:spMkLst>
        </pc:spChg>
        <pc:spChg chg="mod">
          <ac:chgData name="c'y v" userId="4f423bd08e6878be" providerId="LiveId" clId="{4ECA973F-1DBF-40DA-B9BB-731014A9BF8D}" dt="2026-05-14T19:23:01.586" v="18" actId="14100"/>
          <ac:spMkLst>
            <pc:docMk/>
            <pc:sldMk cId="0" sldId="257"/>
            <ac:spMk id="147" creationId="{00000000-0000-0000-0000-000000000000}"/>
          </ac:spMkLst>
        </pc:spChg>
        <pc:picChg chg="add mod">
          <ac:chgData name="c'y v" userId="4f423bd08e6878be" providerId="LiveId" clId="{4ECA973F-1DBF-40DA-B9BB-731014A9BF8D}" dt="2026-05-14T18:31:17.308" v="9" actId="27636"/>
          <ac:picMkLst>
            <pc:docMk/>
            <pc:sldMk cId="0" sldId="257"/>
            <ac:picMk id="4" creationId="{C021FE42-0829-0DB8-7550-45EE649E81D4}"/>
          </ac:picMkLst>
        </pc:picChg>
        <pc:picChg chg="add mod">
          <ac:chgData name="c'y v" userId="4f423bd08e6878be" providerId="LiveId" clId="{4ECA973F-1DBF-40DA-B9BB-731014A9BF8D}" dt="2026-05-14T19:23:01.946" v="19" actId="1076"/>
          <ac:picMkLst>
            <pc:docMk/>
            <pc:sldMk cId="0" sldId="257"/>
            <ac:picMk id="5" creationId="{A6E22A54-8ED8-619D-CDBD-87DBAD64A0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1" name="Shape 14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tif"/><Relationship Id="rId5" Type="http://schemas.openxmlformats.org/officeDocument/2006/relationships/image" Target="../media/image7.tif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creen Shot 2019-08-20 at 10.14.44 PM.png" descr="Screen Shot 2019-08-20 at 10.14.4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21166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0" y="4609703"/>
            <a:ext cx="24384000" cy="401399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1200" b="0">
                <a:solidFill>
                  <a:srgbClr val="C30A29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" name="Title Text"/>
          <p:cNvSpPr txBox="1">
            <a:spLocks noGrp="1"/>
          </p:cNvSpPr>
          <p:nvPr>
            <p:ph type="title"/>
          </p:nvPr>
        </p:nvSpPr>
        <p:spPr>
          <a:xfrm>
            <a:off x="1270000" y="4961599"/>
            <a:ext cx="21844000" cy="2188502"/>
          </a:xfrm>
          <a:prstGeom prst="rect">
            <a:avLst/>
          </a:prstGeom>
        </p:spPr>
        <p:txBody>
          <a:bodyPr anchor="b"/>
          <a:lstStyle>
            <a:lvl1pPr algn="ctr">
              <a:defRPr>
                <a:solidFill>
                  <a:srgbClr val="35798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7086600"/>
            <a:ext cx="21844000" cy="28773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4400">
                <a:solidFill>
                  <a:srgbClr val="000000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4400">
                <a:solidFill>
                  <a:srgbClr val="000000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4400">
                <a:solidFill>
                  <a:srgbClr val="000000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4400">
                <a:solidFill>
                  <a:srgbClr val="000000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4400">
                <a:solidFill>
                  <a:srgbClr val="000000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0" y="11889448"/>
            <a:ext cx="6475565" cy="2188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PSSG_Square_HorizText.png" descr="PSSG_Square_Horiz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9472761"/>
            <a:ext cx="7406829" cy="7406829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Screen Shot 2019-08-20 at 10.14.44 PM.png" descr="Screen Shot 2019-08-20 at 10.14.4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24384000" cy="13721166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Rectangle"/>
          <p:cNvSpPr/>
          <p:nvPr/>
        </p:nvSpPr>
        <p:spPr>
          <a:xfrm>
            <a:off x="0" y="0"/>
            <a:ext cx="14605000" cy="13716000"/>
          </a:xfrm>
          <a:prstGeom prst="rect">
            <a:avLst/>
          </a:prstGeom>
          <a:solidFill>
            <a:srgbClr val="3F5A7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1" name="Abhinav Bhatele…"/>
          <p:cNvSpPr txBox="1"/>
          <p:nvPr/>
        </p:nvSpPr>
        <p:spPr>
          <a:xfrm>
            <a:off x="141126" y="10572749"/>
            <a:ext cx="14322748" cy="303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600" b="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Abhinav Bhatele</a:t>
            </a:r>
          </a:p>
          <a:p>
            <a:pPr>
              <a:lnSpc>
                <a:spcPct val="150000"/>
              </a:lnSpc>
              <a:defRPr sz="3600" b="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Parallel Software and Systems Group </a:t>
            </a:r>
          </a:p>
          <a:p>
            <a:pPr>
              <a:lnSpc>
                <a:spcPct val="150000"/>
              </a:lnSpc>
              <a:defRPr sz="3600" b="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5218 Brendan Iribe Center (IRB) / College Park, MD 20742</a:t>
            </a:r>
          </a:p>
          <a:p>
            <a:pPr>
              <a:lnSpc>
                <a:spcPct val="150000"/>
              </a:lnSpc>
              <a:defRPr sz="3600" b="0">
                <a:solidFill>
                  <a:srgbClr val="FFFFFF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pPr>
            <a:r>
              <a:t>phone: 301.405.4507 / e-mail: bhatele@cs.umd.edu</a:t>
            </a:r>
          </a:p>
        </p:txBody>
      </p:sp>
      <p:pic>
        <p:nvPicPr>
          <p:cNvPr id="4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6650" y="11216828"/>
            <a:ext cx="2315022" cy="2315022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PSSG_Square_NoText.png" descr="PSSG_Square_No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5160" y="11156652"/>
            <a:ext cx="2435375" cy="2435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4376" y="3510260"/>
            <a:ext cx="1016001" cy="101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14376" y="1035050"/>
            <a:ext cx="1016001" cy="10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14376" y="2272655"/>
            <a:ext cx="1016001" cy="10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github.com/hpcgroup"/>
          <p:cNvSpPr txBox="1"/>
          <p:nvPr/>
        </p:nvSpPr>
        <p:spPr>
          <a:xfrm>
            <a:off x="16624299" y="1136650"/>
            <a:ext cx="556706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github.com/hpcgroup</a:t>
            </a:r>
          </a:p>
        </p:txBody>
      </p:sp>
      <p:sp>
        <p:nvSpPr>
          <p:cNvPr id="48" name="youtube.com/@hpc_group"/>
          <p:cNvSpPr txBox="1"/>
          <p:nvPr/>
        </p:nvSpPr>
        <p:spPr>
          <a:xfrm>
            <a:off x="16628467" y="2374255"/>
            <a:ext cx="677346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youtube.com/@hpc_group</a:t>
            </a:r>
          </a:p>
        </p:txBody>
      </p:sp>
      <p:sp>
        <p:nvSpPr>
          <p:cNvPr id="49" name="x.com/hpc_group"/>
          <p:cNvSpPr txBox="1"/>
          <p:nvPr/>
        </p:nvSpPr>
        <p:spPr>
          <a:xfrm>
            <a:off x="16624299" y="3611860"/>
            <a:ext cx="456128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x.com/hpc_group</a:t>
            </a:r>
          </a:p>
        </p:txBody>
      </p:sp>
      <p:sp>
        <p:nvSpPr>
          <p:cNvPr id="50" name="Rectangle"/>
          <p:cNvSpPr/>
          <p:nvPr/>
        </p:nvSpPr>
        <p:spPr>
          <a:xfrm>
            <a:off x="14605000" y="0"/>
            <a:ext cx="190500" cy="13716000"/>
          </a:xfrm>
          <a:prstGeom prst="rect">
            <a:avLst/>
          </a:prstGeom>
          <a:solidFill>
            <a:srgbClr val="E8705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" name="pssg.cs.umd.edu"/>
          <p:cNvSpPr txBox="1"/>
          <p:nvPr/>
        </p:nvSpPr>
        <p:spPr>
          <a:xfrm>
            <a:off x="17284303" y="5275560"/>
            <a:ext cx="4445794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pssg.cs.umd.edu</a:t>
            </a:r>
          </a:p>
        </p:txBody>
      </p:sp>
      <p:pic>
        <p:nvPicPr>
          <p:cNvPr id="52" name="qr-code-2.png" descr="qr-cod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4200" y="6201494"/>
            <a:ext cx="4826000" cy="4826001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Image"/>
          <p:cNvSpPr>
            <a:spLocks noGrp="1"/>
          </p:cNvSpPr>
          <p:nvPr>
            <p:ph type="pic" idx="21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>
            <a:lvl1pPr algn="ctr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mage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 algn="ctr">
              <a:defRPr sz="84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8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ctr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7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/>
          <a:lstStyle>
            <a:lvl1pPr algn="ctr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buClrTx/>
              <a:buSzPct val="125000"/>
              <a:defRPr sz="3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117600" indent="-558800">
              <a:spcBef>
                <a:spcPts val="4500"/>
              </a:spcBef>
              <a:buClrTx/>
              <a:defRPr sz="3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676400" indent="-558800">
              <a:spcBef>
                <a:spcPts val="4500"/>
              </a:spcBef>
              <a:buClrTx/>
              <a:defRPr sz="3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235200" indent="-558800">
              <a:spcBef>
                <a:spcPts val="4500"/>
              </a:spcBef>
              <a:buClrTx/>
              <a:defRPr sz="3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794000" indent="-558800">
              <a:spcBef>
                <a:spcPts val="4500"/>
              </a:spcBef>
              <a:buClrTx/>
              <a:defRPr sz="3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  <a:buClrTx/>
              <a:buSzPct val="125000"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indent="-635000">
              <a:spcBef>
                <a:spcPts val="5900"/>
              </a:spcBef>
              <a:buClrTx/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indent="-635000">
              <a:spcBef>
                <a:spcPts val="5900"/>
              </a:spcBef>
              <a:buClrTx/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indent="-635000">
              <a:spcBef>
                <a:spcPts val="5900"/>
              </a:spcBef>
              <a:buClrTx/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indent="-635000">
              <a:spcBef>
                <a:spcPts val="5900"/>
              </a:spcBef>
              <a:buClrTx/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Image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5" name="Image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6" name="Image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200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25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Image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hot 2019-08-20 at 10.14.44 PM.png" descr="Screen Shot 2019-08-20 at 10.14.44 P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800100"/>
            <a:ext cx="24384000" cy="1372116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"/>
          <p:cNvSpPr/>
          <p:nvPr/>
        </p:nvSpPr>
        <p:spPr>
          <a:xfrm>
            <a:off x="0" y="-1"/>
            <a:ext cx="24384000" cy="2641601"/>
          </a:xfrm>
          <a:prstGeom prst="rect">
            <a:avLst/>
          </a:prstGeom>
          <a:solidFill>
            <a:srgbClr val="3F5A7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270000" y="177800"/>
            <a:ext cx="218440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804423"/>
            <a:ext cx="21844000" cy="96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2pPr marL="1111250" indent="-476250">
              <a:defRPr sz="3600"/>
            </a:lvl2pPr>
            <a:lvl3pPr marL="1746250" indent="-476250">
              <a:defRPr sz="3600"/>
            </a:lvl3pPr>
            <a:lvl4pPr marL="2381250" indent="-476250">
              <a:defRPr sz="3600"/>
            </a:lvl4pPr>
            <a:lvl5pPr marL="3016250" indent="-476250"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2449" y="12867527"/>
            <a:ext cx="419101" cy="457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Abhinav Bhatele"/>
          <p:cNvSpPr txBox="1"/>
          <p:nvPr/>
        </p:nvSpPr>
        <p:spPr>
          <a:xfrm>
            <a:off x="21038517" y="12867527"/>
            <a:ext cx="2093566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2400" b="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Abhinav Bhatele</a:t>
            </a:r>
          </a:p>
        </p:txBody>
      </p:sp>
      <p:sp>
        <p:nvSpPr>
          <p:cNvPr id="8" name="Rectangle"/>
          <p:cNvSpPr/>
          <p:nvPr/>
        </p:nvSpPr>
        <p:spPr>
          <a:xfrm>
            <a:off x="0" y="12507814"/>
            <a:ext cx="24384001" cy="50801"/>
          </a:xfrm>
          <a:prstGeom prst="rect">
            <a:avLst/>
          </a:prstGeom>
          <a:solidFill>
            <a:srgbClr val="E4F4F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9" name="PSSG_Horiz_NoText.png" descr="PSSG_Horiz_NoTex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" y="11107784"/>
            <a:ext cx="3976688" cy="39766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/>
          <p:cNvSpPr/>
          <p:nvPr/>
        </p:nvSpPr>
        <p:spPr>
          <a:xfrm>
            <a:off x="0" y="2641600"/>
            <a:ext cx="24384000" cy="127000"/>
          </a:xfrm>
          <a:prstGeom prst="rect">
            <a:avLst/>
          </a:prstGeom>
          <a:solidFill>
            <a:srgbClr val="E8705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50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1pPr>
      <a:lvl2pPr marL="1270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2pPr>
      <a:lvl3pPr marL="1905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3pPr>
      <a:lvl4pPr marL="2540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4pPr>
      <a:lvl5pPr marL="3175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5pPr>
      <a:lvl6pPr marL="3810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6pPr>
      <a:lvl7pPr marL="4445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7pPr>
      <a:lvl8pPr marL="5080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8pPr>
      <a:lvl9pPr marL="5715000" marR="0" indent="-635000" algn="l" defTabSz="825500" latinLnBrk="0">
        <a:lnSpc>
          <a:spcPct val="100000"/>
        </a:lnSpc>
        <a:spcBef>
          <a:spcPts val="4200"/>
        </a:spcBef>
        <a:spcAft>
          <a:spcPts val="0"/>
        </a:spcAft>
        <a:buClr>
          <a:srgbClr val="35798B"/>
        </a:buClr>
        <a:buSzPct val="125000"/>
        <a:buFontTx/>
        <a:buChar char="•"/>
        <a:tabLst/>
        <a:defRPr sz="4800" b="0" i="0" u="none" strike="noStrike" cap="none" spc="0" baseline="0">
          <a:solidFill>
            <a:srgbClr val="2A2F30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Double-click to edit"/>
          <p:cNvSpPr txBox="1">
            <a:spLocks noGrp="1"/>
          </p:cNvSpPr>
          <p:nvPr>
            <p:ph type="ctrTitle"/>
          </p:nvPr>
        </p:nvSpPr>
        <p:spPr>
          <a:xfrm>
            <a:off x="0" y="4961599"/>
            <a:ext cx="24384000" cy="218850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8000" dirty="0"/>
              <a:t>The Case of the Elusive Application Performance on Production GPU Supercomputers</a:t>
            </a:r>
            <a:endParaRPr sz="8000" dirty="0"/>
          </a:p>
        </p:txBody>
      </p:sp>
      <p:sp>
        <p:nvSpPr>
          <p:cNvPr id="144" name="Double-click to edit"/>
          <p:cNvSpPr txBox="1">
            <a:spLocks noGrp="1"/>
          </p:cNvSpPr>
          <p:nvPr>
            <p:ph type="subTitle" sz="quarter" idx="1"/>
          </p:nvPr>
        </p:nvSpPr>
        <p:spPr>
          <a:xfrm>
            <a:off x="1270000" y="7251700"/>
            <a:ext cx="21844000" cy="2877389"/>
          </a:xfrm>
          <a:prstGeom prst="rect">
            <a:avLst/>
          </a:prstGeom>
        </p:spPr>
        <p:txBody>
          <a:bodyPr/>
          <a:lstStyle/>
          <a:p>
            <a:pPr lvl="0" rtl="0">
              <a:buSzPts val="1600"/>
            </a:pPr>
            <a:r>
              <a:rPr lang="en-US" altLang="zh-CN" dirty="0"/>
              <a:t>Cunyang Wei, Keshav Pradeep, Abhinav </a:t>
            </a:r>
            <a:r>
              <a:rPr lang="en-US" altLang="zh-CN" dirty="0" err="1"/>
              <a:t>Bhatele</a:t>
            </a:r>
            <a:endParaRPr lang="en-US" altLang="zh-CN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What is Performance Variability?</a:t>
            </a:r>
            <a:endParaRPr dirty="0"/>
          </a:p>
        </p:txBody>
      </p:sp>
      <p:sp>
        <p:nvSpPr>
          <p:cNvPr id="147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8650" y="12867527"/>
            <a:ext cx="266701" cy="457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自定义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DIN Alternate Bold</vt:lpstr>
      <vt:lpstr>Helvetica Neue</vt:lpstr>
      <vt:lpstr>Helvetica Neue Light</vt:lpstr>
      <vt:lpstr>Helvetica Neue Medium</vt:lpstr>
      <vt:lpstr>Arial</vt:lpstr>
      <vt:lpstr>Gill Sans</vt:lpstr>
      <vt:lpstr>White</vt:lpstr>
      <vt:lpstr>The Case of the Elusive Application Performance on Production GPU Supercomputers</vt:lpstr>
      <vt:lpstr>What is Performance Variability?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c'y v</cp:lastModifiedBy>
  <cp:revision>1</cp:revision>
  <dcterms:modified xsi:type="dcterms:W3CDTF">2026-05-14T19:23:09Z</dcterms:modified>
</cp:coreProperties>
</file>